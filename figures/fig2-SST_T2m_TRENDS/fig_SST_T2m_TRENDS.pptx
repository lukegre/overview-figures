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42"/>
    <p:restoredTop sz="94750"/>
  </p:normalViewPr>
  <p:slideViewPr>
    <p:cSldViewPr snapToGrid="0">
      <p:cViewPr varScale="1">
        <p:scale>
          <a:sx n="205" d="100"/>
          <a:sy n="205" d="100"/>
        </p:scale>
        <p:origin x="5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A81B4-0DB8-F75F-B654-7F242A4CC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5D643-1ABC-A20A-7271-8C92573F7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4045D-A617-9DFD-3395-A87F5FEA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C1CF-FACE-173B-A254-149191DD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17CAC-1B7E-6B6C-FF44-ED052BFF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30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F909-434E-E847-2941-92A78590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E31E-5270-C29D-4314-22E094A63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0C07D-F8DA-8EA1-F480-3ED574D0D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ED351-8C06-F1A5-FC5D-70412510B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BAAF2-5A52-F2E2-0A8B-D07EDAE49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3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570D-EC6D-91F3-EFDC-E719AAFF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09255-662D-6385-87F2-137E0B4B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D8DA-2B97-568B-B73A-90148ABBB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25D6B-BF87-815B-485B-5C2431C3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BEB17-EF18-5016-4404-1C683FCA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3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EC6A-E56E-91A3-1669-6CE1EF1D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81EE2-C656-CA5D-C333-0AE7C043F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C8FA2-3CA4-D82A-C264-9101F22DB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7297C-2A19-6337-B15B-77C739F2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24644-6E92-682A-C6FD-97DA0FDD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2A393-06DF-EFF9-6712-45101E43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52C2-7BB4-C99E-D06B-65E90237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2810C-EE7D-078A-26D2-756962819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6A702-31B9-4B10-7EB1-05EE2F5D7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29C21-40BC-E56A-F498-E25E3DF10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F7F22-B7B4-8E7C-75F3-8BC40A755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C74EE-C1D7-D8B1-3545-2DD040F3E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4E6BC-B705-371A-AA0A-3E02B09F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9C5EF-D612-FB32-089C-F35D4351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3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B362-C774-A9D3-5EDD-36F27DA8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016FF-2F75-EBFE-8CC6-67272DD99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6BF1E-0A7C-047F-1467-F7BECC26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FF806-EF90-CA8D-7EF3-80D20B5B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6E96F-F150-13A3-5225-29274657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DD274-FAB6-4E55-3146-35E804D4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67AD5-7166-27BA-7238-E3368DD7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3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EADA-7272-2048-5D04-C4DA448E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93054-C1CD-D010-309D-D75A5981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7568D-360E-FB91-162D-4A8414E50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C39D5-77D0-FB00-4426-7C877B13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1CFF5-835C-2B94-1A92-58C57D064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B7E9D-CFB6-4702-E15F-7969F937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9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E6EB-665D-B91A-5AEF-DB4208ABB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17671-6600-BD49-69F5-5C5A296B3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92D81-E7AF-1A2C-A065-9B8F12789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DD528-3156-0BCC-D0BB-22716D37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8DCED-A13D-25C3-B009-E4AC34D2C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2CC0A-958D-90BF-E855-C8F41136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0BA9-505A-4AFC-A380-EBA64CEE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112727-9DC3-14BD-9E9E-707D7A208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AD016-A0FC-F1D9-CFE2-D1BE343E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761AE-CC38-040F-AA07-DA3B881D9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D6D31-F2A0-C0E2-08BB-CB81A807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9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DA234-FFAD-92FA-CEF2-B6433E1D3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2C4C3-E5D2-E680-E643-B7F312019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ECFE1-8221-5E07-CA9D-56F5CE52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AEE59-BAE1-0E7E-FD7C-2B5B332E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27105-992B-6ED1-DCBC-C61C0909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02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5C6275-50B7-350E-1691-C0BE647C0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4F7AD-D2AE-F4FF-8911-ECB9EB371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ADD9F-C56F-A004-08FA-51A5D70AB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3B6E1-0F39-D944-8F1F-F3D656B76C6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928F8-A530-CA51-0959-610DDDA3E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74D2A-9D71-BC5B-28EA-F4BB06C07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91EAA-668E-A04F-AA81-C36360161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9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9E7223-F2D4-31C2-E937-F835DFC4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0" y="117873"/>
            <a:ext cx="11185742" cy="6740127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594EEF1F-8FA6-A5ED-FE0B-F53BB8B147C3}"/>
              </a:ext>
            </a:extLst>
          </p:cNvPr>
          <p:cNvSpPr/>
          <p:nvPr/>
        </p:nvSpPr>
        <p:spPr>
          <a:xfrm>
            <a:off x="4049486" y="643091"/>
            <a:ext cx="3547068" cy="3680140"/>
          </a:xfrm>
          <a:custGeom>
            <a:avLst/>
            <a:gdLst>
              <a:gd name="connsiteX0" fmla="*/ 1575559 w 1575559"/>
              <a:gd name="connsiteY0" fmla="*/ 0 h 3446956"/>
              <a:gd name="connsiteX1" fmla="*/ 1163577 w 1575559"/>
              <a:gd name="connsiteY1" fmla="*/ 1396721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1575559 w 1575559"/>
              <a:gd name="connsiteY0" fmla="*/ 0 h 3446956"/>
              <a:gd name="connsiteX1" fmla="*/ 1233916 w 1575559"/>
              <a:gd name="connsiteY1" fmla="*/ 1416818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3938954 w 3938954"/>
              <a:gd name="connsiteY0" fmla="*/ 0 h 3436861"/>
              <a:gd name="connsiteX1" fmla="*/ 3597311 w 3938954"/>
              <a:gd name="connsiteY1" fmla="*/ 1416818 h 3436861"/>
              <a:gd name="connsiteX2" fmla="*/ 3195376 w 3938954"/>
              <a:gd name="connsiteY2" fmla="*/ 2471895 h 3436861"/>
              <a:gd name="connsiteX3" fmla="*/ 3074796 w 3938954"/>
              <a:gd name="connsiteY3" fmla="*/ 3014506 h 3436861"/>
              <a:gd name="connsiteX4" fmla="*/ 2813539 w 3938954"/>
              <a:gd name="connsiteY4" fmla="*/ 3295860 h 3436861"/>
              <a:gd name="connsiteX5" fmla="*/ 2391508 w 3938954"/>
              <a:gd name="connsiteY5" fmla="*/ 3436536 h 3436861"/>
              <a:gd name="connsiteX6" fmla="*/ 0 w 3938954"/>
              <a:gd name="connsiteY6" fmla="*/ 2210637 h 3436861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813539 w 3938954"/>
              <a:gd name="connsiteY4" fmla="*/ 329586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672862 w 3938954"/>
              <a:gd name="connsiteY4" fmla="*/ 335615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68019"/>
              <a:gd name="connsiteX1" fmla="*/ 3597311 w 3938954"/>
              <a:gd name="connsiteY1" fmla="*/ 1416818 h 3368019"/>
              <a:gd name="connsiteX2" fmla="*/ 3195376 w 3938954"/>
              <a:gd name="connsiteY2" fmla="*/ 2471895 h 3368019"/>
              <a:gd name="connsiteX3" fmla="*/ 3074796 w 3938954"/>
              <a:gd name="connsiteY3" fmla="*/ 3014506 h 3368019"/>
              <a:gd name="connsiteX4" fmla="*/ 2672862 w 3938954"/>
              <a:gd name="connsiteY4" fmla="*/ 3356150 h 3368019"/>
              <a:gd name="connsiteX5" fmla="*/ 1788606 w 3938954"/>
              <a:gd name="connsiteY5" fmla="*/ 3295859 h 3368019"/>
              <a:gd name="connsiteX6" fmla="*/ 0 w 3938954"/>
              <a:gd name="connsiteY6" fmla="*/ 2210637 h 3368019"/>
              <a:gd name="connsiteX0" fmla="*/ 3938954 w 3938954"/>
              <a:gd name="connsiteY0" fmla="*/ 0 h 3555464"/>
              <a:gd name="connsiteX1" fmla="*/ 3597311 w 3938954"/>
              <a:gd name="connsiteY1" fmla="*/ 1416818 h 3555464"/>
              <a:gd name="connsiteX2" fmla="*/ 3195376 w 3938954"/>
              <a:gd name="connsiteY2" fmla="*/ 2471895 h 3555464"/>
              <a:gd name="connsiteX3" fmla="*/ 3074796 w 3938954"/>
              <a:gd name="connsiteY3" fmla="*/ 3014506 h 3555464"/>
              <a:gd name="connsiteX4" fmla="*/ 2672862 w 3938954"/>
              <a:gd name="connsiteY4" fmla="*/ 3356150 h 3555464"/>
              <a:gd name="connsiteX5" fmla="*/ 1788606 w 3938954"/>
              <a:gd name="connsiteY5" fmla="*/ 3295859 h 3555464"/>
              <a:gd name="connsiteX6" fmla="*/ 0 w 3938954"/>
              <a:gd name="connsiteY6" fmla="*/ 2210637 h 3555464"/>
              <a:gd name="connsiteX0" fmla="*/ 3938954 w 3938954"/>
              <a:gd name="connsiteY0" fmla="*/ 0 h 3451075"/>
              <a:gd name="connsiteX1" fmla="*/ 3597311 w 3938954"/>
              <a:gd name="connsiteY1" fmla="*/ 1416818 h 3451075"/>
              <a:gd name="connsiteX2" fmla="*/ 3195376 w 3938954"/>
              <a:gd name="connsiteY2" fmla="*/ 2471895 h 3451075"/>
              <a:gd name="connsiteX3" fmla="*/ 3074796 w 3938954"/>
              <a:gd name="connsiteY3" fmla="*/ 3014506 h 3451075"/>
              <a:gd name="connsiteX4" fmla="*/ 2672862 w 3938954"/>
              <a:gd name="connsiteY4" fmla="*/ 3356150 h 3451075"/>
              <a:gd name="connsiteX5" fmla="*/ 1788606 w 3938954"/>
              <a:gd name="connsiteY5" fmla="*/ 3295859 h 3451075"/>
              <a:gd name="connsiteX6" fmla="*/ 0 w 3938954"/>
              <a:gd name="connsiteY6" fmla="*/ 2210637 h 345107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074796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285811 w 3938954"/>
              <a:gd name="connsiteY2" fmla="*/ 2190542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436537 w 3436537"/>
              <a:gd name="connsiteY0" fmla="*/ 0 h 3426634"/>
              <a:gd name="connsiteX1" fmla="*/ 3094894 w 3436537"/>
              <a:gd name="connsiteY1" fmla="*/ 1416818 h 3426634"/>
              <a:gd name="connsiteX2" fmla="*/ 2783394 w 3436537"/>
              <a:gd name="connsiteY2" fmla="*/ 2190542 h 3426634"/>
              <a:gd name="connsiteX3" fmla="*/ 2642717 w 3436537"/>
              <a:gd name="connsiteY3" fmla="*/ 3014506 h 3426634"/>
              <a:gd name="connsiteX4" fmla="*/ 2100106 w 3436537"/>
              <a:gd name="connsiteY4" fmla="*/ 3366198 h 3426634"/>
              <a:gd name="connsiteX5" fmla="*/ 1286189 w 3436537"/>
              <a:gd name="connsiteY5" fmla="*/ 3295859 h 3426634"/>
              <a:gd name="connsiteX6" fmla="*/ 0 w 3436537"/>
              <a:gd name="connsiteY6" fmla="*/ 2471894 h 3426634"/>
              <a:gd name="connsiteX0" fmla="*/ 3537020 w 3537020"/>
              <a:gd name="connsiteY0" fmla="*/ 0 h 3627601"/>
              <a:gd name="connsiteX1" fmla="*/ 3094894 w 3537020"/>
              <a:gd name="connsiteY1" fmla="*/ 1617785 h 3627601"/>
              <a:gd name="connsiteX2" fmla="*/ 2783394 w 3537020"/>
              <a:gd name="connsiteY2" fmla="*/ 2391509 h 3627601"/>
              <a:gd name="connsiteX3" fmla="*/ 2642717 w 3537020"/>
              <a:gd name="connsiteY3" fmla="*/ 3215473 h 3627601"/>
              <a:gd name="connsiteX4" fmla="*/ 2100106 w 3537020"/>
              <a:gd name="connsiteY4" fmla="*/ 3567165 h 3627601"/>
              <a:gd name="connsiteX5" fmla="*/ 1286189 w 3537020"/>
              <a:gd name="connsiteY5" fmla="*/ 3496826 h 3627601"/>
              <a:gd name="connsiteX6" fmla="*/ 0 w 3537020"/>
              <a:gd name="connsiteY6" fmla="*/ 2672861 h 3627601"/>
              <a:gd name="connsiteX0" fmla="*/ 3526971 w 3526971"/>
              <a:gd name="connsiteY0" fmla="*/ 0 h 3587407"/>
              <a:gd name="connsiteX1" fmla="*/ 3094894 w 3526971"/>
              <a:gd name="connsiteY1" fmla="*/ 1577591 h 3587407"/>
              <a:gd name="connsiteX2" fmla="*/ 2783394 w 3526971"/>
              <a:gd name="connsiteY2" fmla="*/ 2351315 h 3587407"/>
              <a:gd name="connsiteX3" fmla="*/ 2642717 w 3526971"/>
              <a:gd name="connsiteY3" fmla="*/ 3175279 h 3587407"/>
              <a:gd name="connsiteX4" fmla="*/ 2100106 w 3526971"/>
              <a:gd name="connsiteY4" fmla="*/ 3526971 h 3587407"/>
              <a:gd name="connsiteX5" fmla="*/ 1286189 w 3526971"/>
              <a:gd name="connsiteY5" fmla="*/ 3456632 h 3587407"/>
              <a:gd name="connsiteX6" fmla="*/ 0 w 3526971"/>
              <a:gd name="connsiteY6" fmla="*/ 2632667 h 3587407"/>
              <a:gd name="connsiteX0" fmla="*/ 3526971 w 3526971"/>
              <a:gd name="connsiteY0" fmla="*/ 0 h 3537166"/>
              <a:gd name="connsiteX1" fmla="*/ 3094894 w 3526971"/>
              <a:gd name="connsiteY1" fmla="*/ 1527350 h 3537166"/>
              <a:gd name="connsiteX2" fmla="*/ 2783394 w 3526971"/>
              <a:gd name="connsiteY2" fmla="*/ 2301074 h 3537166"/>
              <a:gd name="connsiteX3" fmla="*/ 2642717 w 3526971"/>
              <a:gd name="connsiteY3" fmla="*/ 3125038 h 3537166"/>
              <a:gd name="connsiteX4" fmla="*/ 2100106 w 3526971"/>
              <a:gd name="connsiteY4" fmla="*/ 3476730 h 3537166"/>
              <a:gd name="connsiteX5" fmla="*/ 1286189 w 3526971"/>
              <a:gd name="connsiteY5" fmla="*/ 3406391 h 3537166"/>
              <a:gd name="connsiteX6" fmla="*/ 0 w 3526971"/>
              <a:gd name="connsiteY6" fmla="*/ 2582426 h 3537166"/>
              <a:gd name="connsiteX0" fmla="*/ 3547068 w 3547068"/>
              <a:gd name="connsiteY0" fmla="*/ 0 h 3657746"/>
              <a:gd name="connsiteX1" fmla="*/ 3094894 w 3547068"/>
              <a:gd name="connsiteY1" fmla="*/ 1647930 h 3657746"/>
              <a:gd name="connsiteX2" fmla="*/ 2783394 w 3547068"/>
              <a:gd name="connsiteY2" fmla="*/ 2421654 h 3657746"/>
              <a:gd name="connsiteX3" fmla="*/ 2642717 w 3547068"/>
              <a:gd name="connsiteY3" fmla="*/ 3245618 h 3657746"/>
              <a:gd name="connsiteX4" fmla="*/ 2100106 w 3547068"/>
              <a:gd name="connsiteY4" fmla="*/ 3597310 h 3657746"/>
              <a:gd name="connsiteX5" fmla="*/ 1286189 w 3547068"/>
              <a:gd name="connsiteY5" fmla="*/ 3526971 h 3657746"/>
              <a:gd name="connsiteX6" fmla="*/ 0 w 3547068"/>
              <a:gd name="connsiteY6" fmla="*/ 2703006 h 3657746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86177"/>
              <a:gd name="connsiteX1" fmla="*/ 3094894 w 3547068"/>
              <a:gd name="connsiteY1" fmla="*/ 1647930 h 3686177"/>
              <a:gd name="connsiteX2" fmla="*/ 2783394 w 3547068"/>
              <a:gd name="connsiteY2" fmla="*/ 2421654 h 3686177"/>
              <a:gd name="connsiteX3" fmla="*/ 2642717 w 3547068"/>
              <a:gd name="connsiteY3" fmla="*/ 3245618 h 3686177"/>
              <a:gd name="connsiteX4" fmla="*/ 2100106 w 3547068"/>
              <a:gd name="connsiteY4" fmla="*/ 3597310 h 3686177"/>
              <a:gd name="connsiteX5" fmla="*/ 1286189 w 3547068"/>
              <a:gd name="connsiteY5" fmla="*/ 3526971 h 3686177"/>
              <a:gd name="connsiteX6" fmla="*/ 0 w 3547068"/>
              <a:gd name="connsiteY6" fmla="*/ 2703006 h 3686177"/>
              <a:gd name="connsiteX0" fmla="*/ 3547068 w 3547068"/>
              <a:gd name="connsiteY0" fmla="*/ 0 h 3680140"/>
              <a:gd name="connsiteX1" fmla="*/ 3094894 w 3547068"/>
              <a:gd name="connsiteY1" fmla="*/ 1647930 h 3680140"/>
              <a:gd name="connsiteX2" fmla="*/ 2783394 w 3547068"/>
              <a:gd name="connsiteY2" fmla="*/ 2421654 h 3680140"/>
              <a:gd name="connsiteX3" fmla="*/ 2642717 w 3547068"/>
              <a:gd name="connsiteY3" fmla="*/ 3245618 h 3680140"/>
              <a:gd name="connsiteX4" fmla="*/ 2120202 w 3547068"/>
              <a:gd name="connsiteY4" fmla="*/ 3657600 h 3680140"/>
              <a:gd name="connsiteX5" fmla="*/ 1286189 w 3547068"/>
              <a:gd name="connsiteY5" fmla="*/ 3526971 h 3680140"/>
              <a:gd name="connsiteX6" fmla="*/ 0 w 3547068"/>
              <a:gd name="connsiteY6" fmla="*/ 2703006 h 3680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7068" h="3680140">
                <a:moveTo>
                  <a:pt x="3547068" y="0"/>
                </a:moveTo>
                <a:cubicBezTo>
                  <a:pt x="3403042" y="492369"/>
                  <a:pt x="3222173" y="1244321"/>
                  <a:pt x="3094894" y="1647930"/>
                </a:cubicBezTo>
                <a:cubicBezTo>
                  <a:pt x="2967615" y="2051539"/>
                  <a:pt x="2858757" y="2155373"/>
                  <a:pt x="2783394" y="2421654"/>
                </a:cubicBezTo>
                <a:cubicBezTo>
                  <a:pt x="2708031" y="2687935"/>
                  <a:pt x="2753249" y="3039627"/>
                  <a:pt x="2642717" y="3245618"/>
                </a:cubicBezTo>
                <a:cubicBezTo>
                  <a:pt x="2532185" y="3451609"/>
                  <a:pt x="2346290" y="3610708"/>
                  <a:pt x="2120202" y="3657600"/>
                </a:cubicBezTo>
                <a:cubicBezTo>
                  <a:pt x="1894114" y="3704492"/>
                  <a:pt x="1639556" y="3686070"/>
                  <a:pt x="1286189" y="3526971"/>
                </a:cubicBezTo>
                <a:cubicBezTo>
                  <a:pt x="932822" y="3367872"/>
                  <a:pt x="0" y="2703006"/>
                  <a:pt x="0" y="2703006"/>
                </a:cubicBezTo>
              </a:path>
            </a:pathLst>
          </a:custGeom>
          <a:noFill/>
          <a:ln w="152400" cap="sq">
            <a:solidFill>
              <a:schemeClr val="bg1">
                <a:alpha val="83556"/>
              </a:schemeClr>
            </a:solidFill>
            <a:miter lim="800000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42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9E7223-F2D4-31C2-E937-F835DFC4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0" y="117873"/>
            <a:ext cx="11185742" cy="6740127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594EEF1F-8FA6-A5ED-FE0B-F53BB8B147C3}"/>
              </a:ext>
            </a:extLst>
          </p:cNvPr>
          <p:cNvSpPr/>
          <p:nvPr/>
        </p:nvSpPr>
        <p:spPr>
          <a:xfrm>
            <a:off x="5566278" y="653139"/>
            <a:ext cx="2030277" cy="3651801"/>
          </a:xfrm>
          <a:custGeom>
            <a:avLst/>
            <a:gdLst>
              <a:gd name="connsiteX0" fmla="*/ 1575559 w 1575559"/>
              <a:gd name="connsiteY0" fmla="*/ 0 h 3446956"/>
              <a:gd name="connsiteX1" fmla="*/ 1163577 w 1575559"/>
              <a:gd name="connsiteY1" fmla="*/ 1396721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1575559 w 1575559"/>
              <a:gd name="connsiteY0" fmla="*/ 0 h 3446956"/>
              <a:gd name="connsiteX1" fmla="*/ 1233916 w 1575559"/>
              <a:gd name="connsiteY1" fmla="*/ 1416818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3938954 w 3938954"/>
              <a:gd name="connsiteY0" fmla="*/ 0 h 3436861"/>
              <a:gd name="connsiteX1" fmla="*/ 3597311 w 3938954"/>
              <a:gd name="connsiteY1" fmla="*/ 1416818 h 3436861"/>
              <a:gd name="connsiteX2" fmla="*/ 3195376 w 3938954"/>
              <a:gd name="connsiteY2" fmla="*/ 2471895 h 3436861"/>
              <a:gd name="connsiteX3" fmla="*/ 3074796 w 3938954"/>
              <a:gd name="connsiteY3" fmla="*/ 3014506 h 3436861"/>
              <a:gd name="connsiteX4" fmla="*/ 2813539 w 3938954"/>
              <a:gd name="connsiteY4" fmla="*/ 3295860 h 3436861"/>
              <a:gd name="connsiteX5" fmla="*/ 2391508 w 3938954"/>
              <a:gd name="connsiteY5" fmla="*/ 3436536 h 3436861"/>
              <a:gd name="connsiteX6" fmla="*/ 0 w 3938954"/>
              <a:gd name="connsiteY6" fmla="*/ 2210637 h 3436861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813539 w 3938954"/>
              <a:gd name="connsiteY4" fmla="*/ 329586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672862 w 3938954"/>
              <a:gd name="connsiteY4" fmla="*/ 335615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68019"/>
              <a:gd name="connsiteX1" fmla="*/ 3597311 w 3938954"/>
              <a:gd name="connsiteY1" fmla="*/ 1416818 h 3368019"/>
              <a:gd name="connsiteX2" fmla="*/ 3195376 w 3938954"/>
              <a:gd name="connsiteY2" fmla="*/ 2471895 h 3368019"/>
              <a:gd name="connsiteX3" fmla="*/ 3074796 w 3938954"/>
              <a:gd name="connsiteY3" fmla="*/ 3014506 h 3368019"/>
              <a:gd name="connsiteX4" fmla="*/ 2672862 w 3938954"/>
              <a:gd name="connsiteY4" fmla="*/ 3356150 h 3368019"/>
              <a:gd name="connsiteX5" fmla="*/ 1788606 w 3938954"/>
              <a:gd name="connsiteY5" fmla="*/ 3295859 h 3368019"/>
              <a:gd name="connsiteX6" fmla="*/ 0 w 3938954"/>
              <a:gd name="connsiteY6" fmla="*/ 2210637 h 3368019"/>
              <a:gd name="connsiteX0" fmla="*/ 3938954 w 3938954"/>
              <a:gd name="connsiteY0" fmla="*/ 0 h 3555464"/>
              <a:gd name="connsiteX1" fmla="*/ 3597311 w 3938954"/>
              <a:gd name="connsiteY1" fmla="*/ 1416818 h 3555464"/>
              <a:gd name="connsiteX2" fmla="*/ 3195376 w 3938954"/>
              <a:gd name="connsiteY2" fmla="*/ 2471895 h 3555464"/>
              <a:gd name="connsiteX3" fmla="*/ 3074796 w 3938954"/>
              <a:gd name="connsiteY3" fmla="*/ 3014506 h 3555464"/>
              <a:gd name="connsiteX4" fmla="*/ 2672862 w 3938954"/>
              <a:gd name="connsiteY4" fmla="*/ 3356150 h 3555464"/>
              <a:gd name="connsiteX5" fmla="*/ 1788606 w 3938954"/>
              <a:gd name="connsiteY5" fmla="*/ 3295859 h 3555464"/>
              <a:gd name="connsiteX6" fmla="*/ 0 w 3938954"/>
              <a:gd name="connsiteY6" fmla="*/ 2210637 h 3555464"/>
              <a:gd name="connsiteX0" fmla="*/ 3938954 w 3938954"/>
              <a:gd name="connsiteY0" fmla="*/ 0 h 3451075"/>
              <a:gd name="connsiteX1" fmla="*/ 3597311 w 3938954"/>
              <a:gd name="connsiteY1" fmla="*/ 1416818 h 3451075"/>
              <a:gd name="connsiteX2" fmla="*/ 3195376 w 3938954"/>
              <a:gd name="connsiteY2" fmla="*/ 2471895 h 3451075"/>
              <a:gd name="connsiteX3" fmla="*/ 3074796 w 3938954"/>
              <a:gd name="connsiteY3" fmla="*/ 3014506 h 3451075"/>
              <a:gd name="connsiteX4" fmla="*/ 2672862 w 3938954"/>
              <a:gd name="connsiteY4" fmla="*/ 3356150 h 3451075"/>
              <a:gd name="connsiteX5" fmla="*/ 1788606 w 3938954"/>
              <a:gd name="connsiteY5" fmla="*/ 3295859 h 3451075"/>
              <a:gd name="connsiteX6" fmla="*/ 0 w 3938954"/>
              <a:gd name="connsiteY6" fmla="*/ 2210637 h 345107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074796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285811 w 3938954"/>
              <a:gd name="connsiteY2" fmla="*/ 2190542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436537 w 3436537"/>
              <a:gd name="connsiteY0" fmla="*/ 0 h 3426634"/>
              <a:gd name="connsiteX1" fmla="*/ 3094894 w 3436537"/>
              <a:gd name="connsiteY1" fmla="*/ 1416818 h 3426634"/>
              <a:gd name="connsiteX2" fmla="*/ 2783394 w 3436537"/>
              <a:gd name="connsiteY2" fmla="*/ 2190542 h 3426634"/>
              <a:gd name="connsiteX3" fmla="*/ 2642717 w 3436537"/>
              <a:gd name="connsiteY3" fmla="*/ 3014506 h 3426634"/>
              <a:gd name="connsiteX4" fmla="*/ 2100106 w 3436537"/>
              <a:gd name="connsiteY4" fmla="*/ 3366198 h 3426634"/>
              <a:gd name="connsiteX5" fmla="*/ 1286189 w 3436537"/>
              <a:gd name="connsiteY5" fmla="*/ 3295859 h 3426634"/>
              <a:gd name="connsiteX6" fmla="*/ 0 w 3436537"/>
              <a:gd name="connsiteY6" fmla="*/ 2471894 h 3426634"/>
              <a:gd name="connsiteX0" fmla="*/ 3537020 w 3537020"/>
              <a:gd name="connsiteY0" fmla="*/ 0 h 3627601"/>
              <a:gd name="connsiteX1" fmla="*/ 3094894 w 3537020"/>
              <a:gd name="connsiteY1" fmla="*/ 1617785 h 3627601"/>
              <a:gd name="connsiteX2" fmla="*/ 2783394 w 3537020"/>
              <a:gd name="connsiteY2" fmla="*/ 2391509 h 3627601"/>
              <a:gd name="connsiteX3" fmla="*/ 2642717 w 3537020"/>
              <a:gd name="connsiteY3" fmla="*/ 3215473 h 3627601"/>
              <a:gd name="connsiteX4" fmla="*/ 2100106 w 3537020"/>
              <a:gd name="connsiteY4" fmla="*/ 3567165 h 3627601"/>
              <a:gd name="connsiteX5" fmla="*/ 1286189 w 3537020"/>
              <a:gd name="connsiteY5" fmla="*/ 3496826 h 3627601"/>
              <a:gd name="connsiteX6" fmla="*/ 0 w 3537020"/>
              <a:gd name="connsiteY6" fmla="*/ 2672861 h 3627601"/>
              <a:gd name="connsiteX0" fmla="*/ 3526971 w 3526971"/>
              <a:gd name="connsiteY0" fmla="*/ 0 h 3587407"/>
              <a:gd name="connsiteX1" fmla="*/ 3094894 w 3526971"/>
              <a:gd name="connsiteY1" fmla="*/ 1577591 h 3587407"/>
              <a:gd name="connsiteX2" fmla="*/ 2783394 w 3526971"/>
              <a:gd name="connsiteY2" fmla="*/ 2351315 h 3587407"/>
              <a:gd name="connsiteX3" fmla="*/ 2642717 w 3526971"/>
              <a:gd name="connsiteY3" fmla="*/ 3175279 h 3587407"/>
              <a:gd name="connsiteX4" fmla="*/ 2100106 w 3526971"/>
              <a:gd name="connsiteY4" fmla="*/ 3526971 h 3587407"/>
              <a:gd name="connsiteX5" fmla="*/ 1286189 w 3526971"/>
              <a:gd name="connsiteY5" fmla="*/ 3456632 h 3587407"/>
              <a:gd name="connsiteX6" fmla="*/ 0 w 3526971"/>
              <a:gd name="connsiteY6" fmla="*/ 2632667 h 3587407"/>
              <a:gd name="connsiteX0" fmla="*/ 3526971 w 3526971"/>
              <a:gd name="connsiteY0" fmla="*/ 0 h 3537166"/>
              <a:gd name="connsiteX1" fmla="*/ 3094894 w 3526971"/>
              <a:gd name="connsiteY1" fmla="*/ 1527350 h 3537166"/>
              <a:gd name="connsiteX2" fmla="*/ 2783394 w 3526971"/>
              <a:gd name="connsiteY2" fmla="*/ 2301074 h 3537166"/>
              <a:gd name="connsiteX3" fmla="*/ 2642717 w 3526971"/>
              <a:gd name="connsiteY3" fmla="*/ 3125038 h 3537166"/>
              <a:gd name="connsiteX4" fmla="*/ 2100106 w 3526971"/>
              <a:gd name="connsiteY4" fmla="*/ 3476730 h 3537166"/>
              <a:gd name="connsiteX5" fmla="*/ 1286189 w 3526971"/>
              <a:gd name="connsiteY5" fmla="*/ 3406391 h 3537166"/>
              <a:gd name="connsiteX6" fmla="*/ 0 w 3526971"/>
              <a:gd name="connsiteY6" fmla="*/ 2582426 h 3537166"/>
              <a:gd name="connsiteX0" fmla="*/ 3547068 w 3547068"/>
              <a:gd name="connsiteY0" fmla="*/ 0 h 3657746"/>
              <a:gd name="connsiteX1" fmla="*/ 3094894 w 3547068"/>
              <a:gd name="connsiteY1" fmla="*/ 1647930 h 3657746"/>
              <a:gd name="connsiteX2" fmla="*/ 2783394 w 3547068"/>
              <a:gd name="connsiteY2" fmla="*/ 2421654 h 3657746"/>
              <a:gd name="connsiteX3" fmla="*/ 2642717 w 3547068"/>
              <a:gd name="connsiteY3" fmla="*/ 3245618 h 3657746"/>
              <a:gd name="connsiteX4" fmla="*/ 2100106 w 3547068"/>
              <a:gd name="connsiteY4" fmla="*/ 3597310 h 3657746"/>
              <a:gd name="connsiteX5" fmla="*/ 1286189 w 3547068"/>
              <a:gd name="connsiteY5" fmla="*/ 3526971 h 3657746"/>
              <a:gd name="connsiteX6" fmla="*/ 0 w 3547068"/>
              <a:gd name="connsiteY6" fmla="*/ 2703006 h 3657746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86177"/>
              <a:gd name="connsiteX1" fmla="*/ 3094894 w 3547068"/>
              <a:gd name="connsiteY1" fmla="*/ 1647930 h 3686177"/>
              <a:gd name="connsiteX2" fmla="*/ 2783394 w 3547068"/>
              <a:gd name="connsiteY2" fmla="*/ 2421654 h 3686177"/>
              <a:gd name="connsiteX3" fmla="*/ 2642717 w 3547068"/>
              <a:gd name="connsiteY3" fmla="*/ 3245618 h 3686177"/>
              <a:gd name="connsiteX4" fmla="*/ 2100106 w 3547068"/>
              <a:gd name="connsiteY4" fmla="*/ 3597310 h 3686177"/>
              <a:gd name="connsiteX5" fmla="*/ 1286189 w 3547068"/>
              <a:gd name="connsiteY5" fmla="*/ 3526971 h 3686177"/>
              <a:gd name="connsiteX6" fmla="*/ 0 w 3547068"/>
              <a:gd name="connsiteY6" fmla="*/ 2703006 h 3686177"/>
              <a:gd name="connsiteX0" fmla="*/ 3547068 w 3547068"/>
              <a:gd name="connsiteY0" fmla="*/ 0 h 3680140"/>
              <a:gd name="connsiteX1" fmla="*/ 3094894 w 3547068"/>
              <a:gd name="connsiteY1" fmla="*/ 1647930 h 3680140"/>
              <a:gd name="connsiteX2" fmla="*/ 2783394 w 3547068"/>
              <a:gd name="connsiteY2" fmla="*/ 2421654 h 3680140"/>
              <a:gd name="connsiteX3" fmla="*/ 2642717 w 3547068"/>
              <a:gd name="connsiteY3" fmla="*/ 3245618 h 3680140"/>
              <a:gd name="connsiteX4" fmla="*/ 2120202 w 3547068"/>
              <a:gd name="connsiteY4" fmla="*/ 3657600 h 3680140"/>
              <a:gd name="connsiteX5" fmla="*/ 1286189 w 3547068"/>
              <a:gd name="connsiteY5" fmla="*/ 3526971 h 3680140"/>
              <a:gd name="connsiteX6" fmla="*/ 0 w 3547068"/>
              <a:gd name="connsiteY6" fmla="*/ 2703006 h 3680140"/>
              <a:gd name="connsiteX0" fmla="*/ 2763297 w 2763297"/>
              <a:gd name="connsiteY0" fmla="*/ 0 h 3669340"/>
              <a:gd name="connsiteX1" fmla="*/ 2311123 w 2763297"/>
              <a:gd name="connsiteY1" fmla="*/ 1647930 h 3669340"/>
              <a:gd name="connsiteX2" fmla="*/ 1999623 w 2763297"/>
              <a:gd name="connsiteY2" fmla="*/ 2421654 h 3669340"/>
              <a:gd name="connsiteX3" fmla="*/ 1858946 w 2763297"/>
              <a:gd name="connsiteY3" fmla="*/ 3245618 h 3669340"/>
              <a:gd name="connsiteX4" fmla="*/ 1336431 w 2763297"/>
              <a:gd name="connsiteY4" fmla="*/ 3657600 h 3669340"/>
              <a:gd name="connsiteX5" fmla="*/ 502418 w 2763297"/>
              <a:gd name="connsiteY5" fmla="*/ 3526971 h 3669340"/>
              <a:gd name="connsiteX6" fmla="*/ 0 w 2763297"/>
              <a:gd name="connsiteY6" fmla="*/ 3215472 h 3669340"/>
              <a:gd name="connsiteX0" fmla="*/ 2763297 w 2763297"/>
              <a:gd name="connsiteY0" fmla="*/ 0 h 3684442"/>
              <a:gd name="connsiteX1" fmla="*/ 2311123 w 2763297"/>
              <a:gd name="connsiteY1" fmla="*/ 1647930 h 3684442"/>
              <a:gd name="connsiteX2" fmla="*/ 1999623 w 2763297"/>
              <a:gd name="connsiteY2" fmla="*/ 2421654 h 3684442"/>
              <a:gd name="connsiteX3" fmla="*/ 1858946 w 2763297"/>
              <a:gd name="connsiteY3" fmla="*/ 3245618 h 3684442"/>
              <a:gd name="connsiteX4" fmla="*/ 1336431 w 2763297"/>
              <a:gd name="connsiteY4" fmla="*/ 3657600 h 3684442"/>
              <a:gd name="connsiteX5" fmla="*/ 904352 w 2763297"/>
              <a:gd name="connsiteY5" fmla="*/ 3597309 h 3684442"/>
              <a:gd name="connsiteX6" fmla="*/ 0 w 2763297"/>
              <a:gd name="connsiteY6" fmla="*/ 3215472 h 3684442"/>
              <a:gd name="connsiteX0" fmla="*/ 2763297 w 2763297"/>
              <a:gd name="connsiteY0" fmla="*/ 0 h 3612250"/>
              <a:gd name="connsiteX1" fmla="*/ 2311123 w 2763297"/>
              <a:gd name="connsiteY1" fmla="*/ 1647930 h 3612250"/>
              <a:gd name="connsiteX2" fmla="*/ 1999623 w 2763297"/>
              <a:gd name="connsiteY2" fmla="*/ 2421654 h 3612250"/>
              <a:gd name="connsiteX3" fmla="*/ 1858946 w 2763297"/>
              <a:gd name="connsiteY3" fmla="*/ 3245618 h 3612250"/>
              <a:gd name="connsiteX4" fmla="*/ 1617785 w 2763297"/>
              <a:gd name="connsiteY4" fmla="*/ 3506874 h 3612250"/>
              <a:gd name="connsiteX5" fmla="*/ 904352 w 2763297"/>
              <a:gd name="connsiteY5" fmla="*/ 3597309 h 3612250"/>
              <a:gd name="connsiteX6" fmla="*/ 0 w 2763297"/>
              <a:gd name="connsiteY6" fmla="*/ 3215472 h 3612250"/>
              <a:gd name="connsiteX0" fmla="*/ 2763297 w 2763297"/>
              <a:gd name="connsiteY0" fmla="*/ 0 h 3624178"/>
              <a:gd name="connsiteX1" fmla="*/ 2311123 w 2763297"/>
              <a:gd name="connsiteY1" fmla="*/ 1647930 h 3624178"/>
              <a:gd name="connsiteX2" fmla="*/ 1999623 w 2763297"/>
              <a:gd name="connsiteY2" fmla="*/ 2421654 h 3624178"/>
              <a:gd name="connsiteX3" fmla="*/ 1858946 w 2763297"/>
              <a:gd name="connsiteY3" fmla="*/ 3245618 h 3624178"/>
              <a:gd name="connsiteX4" fmla="*/ 1617785 w 2763297"/>
              <a:gd name="connsiteY4" fmla="*/ 3506874 h 3624178"/>
              <a:gd name="connsiteX5" fmla="*/ 904352 w 2763297"/>
              <a:gd name="connsiteY5" fmla="*/ 3597309 h 3624178"/>
              <a:gd name="connsiteX6" fmla="*/ 0 w 2763297"/>
              <a:gd name="connsiteY6" fmla="*/ 3215472 h 3624178"/>
              <a:gd name="connsiteX0" fmla="*/ 2763297 w 2763297"/>
              <a:gd name="connsiteY0" fmla="*/ 0 h 3639848"/>
              <a:gd name="connsiteX1" fmla="*/ 2311123 w 2763297"/>
              <a:gd name="connsiteY1" fmla="*/ 1647930 h 3639848"/>
              <a:gd name="connsiteX2" fmla="*/ 1999623 w 2763297"/>
              <a:gd name="connsiteY2" fmla="*/ 2421654 h 3639848"/>
              <a:gd name="connsiteX3" fmla="*/ 1858946 w 2763297"/>
              <a:gd name="connsiteY3" fmla="*/ 3245618 h 3639848"/>
              <a:gd name="connsiteX4" fmla="*/ 1617785 w 2763297"/>
              <a:gd name="connsiteY4" fmla="*/ 3506874 h 3639848"/>
              <a:gd name="connsiteX5" fmla="*/ 1075174 w 2763297"/>
              <a:gd name="connsiteY5" fmla="*/ 3627454 h 3639848"/>
              <a:gd name="connsiteX6" fmla="*/ 0 w 2763297"/>
              <a:gd name="connsiteY6" fmla="*/ 3215472 h 3639848"/>
              <a:gd name="connsiteX0" fmla="*/ 2331218 w 2331218"/>
              <a:gd name="connsiteY0" fmla="*/ 0 h 3627587"/>
              <a:gd name="connsiteX1" fmla="*/ 1879044 w 2331218"/>
              <a:gd name="connsiteY1" fmla="*/ 1647930 h 3627587"/>
              <a:gd name="connsiteX2" fmla="*/ 1567544 w 2331218"/>
              <a:gd name="connsiteY2" fmla="*/ 2421654 h 3627587"/>
              <a:gd name="connsiteX3" fmla="*/ 1426867 w 2331218"/>
              <a:gd name="connsiteY3" fmla="*/ 3245618 h 3627587"/>
              <a:gd name="connsiteX4" fmla="*/ 1185706 w 2331218"/>
              <a:gd name="connsiteY4" fmla="*/ 3506874 h 3627587"/>
              <a:gd name="connsiteX5" fmla="*/ 643095 w 2331218"/>
              <a:gd name="connsiteY5" fmla="*/ 3627454 h 3627587"/>
              <a:gd name="connsiteX6" fmla="*/ 0 w 2331218"/>
              <a:gd name="connsiteY6" fmla="*/ 3486778 h 3627587"/>
              <a:gd name="connsiteX0" fmla="*/ 2331218 w 2331218"/>
              <a:gd name="connsiteY0" fmla="*/ 0 h 3627865"/>
              <a:gd name="connsiteX1" fmla="*/ 1879044 w 2331218"/>
              <a:gd name="connsiteY1" fmla="*/ 1647930 h 3627865"/>
              <a:gd name="connsiteX2" fmla="*/ 1567544 w 2331218"/>
              <a:gd name="connsiteY2" fmla="*/ 2421654 h 3627865"/>
              <a:gd name="connsiteX3" fmla="*/ 1467060 w 2331218"/>
              <a:gd name="connsiteY3" fmla="*/ 2974312 h 3627865"/>
              <a:gd name="connsiteX4" fmla="*/ 1185706 w 2331218"/>
              <a:gd name="connsiteY4" fmla="*/ 3506874 h 3627865"/>
              <a:gd name="connsiteX5" fmla="*/ 643095 w 2331218"/>
              <a:gd name="connsiteY5" fmla="*/ 3627454 h 3627865"/>
              <a:gd name="connsiteX6" fmla="*/ 0 w 2331218"/>
              <a:gd name="connsiteY6" fmla="*/ 3486778 h 3627865"/>
              <a:gd name="connsiteX0" fmla="*/ 2331218 w 2331218"/>
              <a:gd name="connsiteY0" fmla="*/ 0 h 3627865"/>
              <a:gd name="connsiteX1" fmla="*/ 1879044 w 2331218"/>
              <a:gd name="connsiteY1" fmla="*/ 1647930 h 3627865"/>
              <a:gd name="connsiteX2" fmla="*/ 1567544 w 2331218"/>
              <a:gd name="connsiteY2" fmla="*/ 2421654 h 3627865"/>
              <a:gd name="connsiteX3" fmla="*/ 1467060 w 2331218"/>
              <a:gd name="connsiteY3" fmla="*/ 2974312 h 3627865"/>
              <a:gd name="connsiteX4" fmla="*/ 1185706 w 2331218"/>
              <a:gd name="connsiteY4" fmla="*/ 3506874 h 3627865"/>
              <a:gd name="connsiteX5" fmla="*/ 643095 w 2331218"/>
              <a:gd name="connsiteY5" fmla="*/ 3627454 h 3627865"/>
              <a:gd name="connsiteX6" fmla="*/ 0 w 2331218"/>
              <a:gd name="connsiteY6" fmla="*/ 3486778 h 3627865"/>
              <a:gd name="connsiteX0" fmla="*/ 2331218 w 2331218"/>
              <a:gd name="connsiteY0" fmla="*/ 0 h 3650822"/>
              <a:gd name="connsiteX1" fmla="*/ 1879044 w 2331218"/>
              <a:gd name="connsiteY1" fmla="*/ 1647930 h 3650822"/>
              <a:gd name="connsiteX2" fmla="*/ 1567544 w 2331218"/>
              <a:gd name="connsiteY2" fmla="*/ 2421654 h 3650822"/>
              <a:gd name="connsiteX3" fmla="*/ 1467060 w 2331218"/>
              <a:gd name="connsiteY3" fmla="*/ 2974312 h 3650822"/>
              <a:gd name="connsiteX4" fmla="*/ 1185706 w 2331218"/>
              <a:gd name="connsiteY4" fmla="*/ 3506874 h 3650822"/>
              <a:gd name="connsiteX5" fmla="*/ 839864 w 2331218"/>
              <a:gd name="connsiteY5" fmla="*/ 3650603 h 3650822"/>
              <a:gd name="connsiteX6" fmla="*/ 0 w 2331218"/>
              <a:gd name="connsiteY6" fmla="*/ 3486778 h 3650822"/>
              <a:gd name="connsiteX0" fmla="*/ 2030277 w 2030277"/>
              <a:gd name="connsiteY0" fmla="*/ 0 h 3651801"/>
              <a:gd name="connsiteX1" fmla="*/ 1578103 w 2030277"/>
              <a:gd name="connsiteY1" fmla="*/ 1647930 h 3651801"/>
              <a:gd name="connsiteX2" fmla="*/ 1266603 w 2030277"/>
              <a:gd name="connsiteY2" fmla="*/ 2421654 h 3651801"/>
              <a:gd name="connsiteX3" fmla="*/ 1166119 w 2030277"/>
              <a:gd name="connsiteY3" fmla="*/ 2974312 h 3651801"/>
              <a:gd name="connsiteX4" fmla="*/ 884765 w 2030277"/>
              <a:gd name="connsiteY4" fmla="*/ 3506874 h 3651801"/>
              <a:gd name="connsiteX5" fmla="*/ 538923 w 2030277"/>
              <a:gd name="connsiteY5" fmla="*/ 3650603 h 3651801"/>
              <a:gd name="connsiteX6" fmla="*/ 0 w 2030277"/>
              <a:gd name="connsiteY6" fmla="*/ 3579375 h 365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30277" h="3651801">
                <a:moveTo>
                  <a:pt x="2030277" y="0"/>
                </a:moveTo>
                <a:cubicBezTo>
                  <a:pt x="1886251" y="492369"/>
                  <a:pt x="1705382" y="1244321"/>
                  <a:pt x="1578103" y="1647930"/>
                </a:cubicBezTo>
                <a:cubicBezTo>
                  <a:pt x="1450824" y="2051539"/>
                  <a:pt x="1335267" y="2200590"/>
                  <a:pt x="1266603" y="2421654"/>
                </a:cubicBezTo>
                <a:cubicBezTo>
                  <a:pt x="1197939" y="2642718"/>
                  <a:pt x="1209663" y="2723104"/>
                  <a:pt x="1166119" y="2974312"/>
                </a:cubicBezTo>
                <a:cubicBezTo>
                  <a:pt x="1122575" y="3225520"/>
                  <a:pt x="989298" y="3394159"/>
                  <a:pt x="884765" y="3506874"/>
                </a:cubicBezTo>
                <a:cubicBezTo>
                  <a:pt x="780232" y="3619589"/>
                  <a:pt x="686384" y="3638520"/>
                  <a:pt x="538923" y="3650603"/>
                </a:cubicBezTo>
                <a:cubicBezTo>
                  <a:pt x="391462" y="3662687"/>
                  <a:pt x="0" y="3579375"/>
                  <a:pt x="0" y="3579375"/>
                </a:cubicBezTo>
              </a:path>
            </a:pathLst>
          </a:custGeom>
          <a:noFill/>
          <a:ln w="152400" cap="sq">
            <a:solidFill>
              <a:schemeClr val="bg1">
                <a:alpha val="83556"/>
              </a:schemeClr>
            </a:solidFill>
            <a:miter lim="800000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2AEEFD-B16A-8BC2-33F6-884D4BF11BC2}"/>
              </a:ext>
            </a:extLst>
          </p:cNvPr>
          <p:cNvSpPr txBox="1"/>
          <p:nvPr/>
        </p:nvSpPr>
        <p:spPr>
          <a:xfrm>
            <a:off x="6747468" y="3598467"/>
            <a:ext cx="1457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     East  </a:t>
            </a:r>
          </a:p>
          <a:p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   Greenland Current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F141E-DDB6-1054-2A89-CF75CF618178}"/>
              </a:ext>
            </a:extLst>
          </p:cNvPr>
          <p:cNvSpPr txBox="1"/>
          <p:nvPr/>
        </p:nvSpPr>
        <p:spPr>
          <a:xfrm>
            <a:off x="4977919" y="5538549"/>
            <a:ext cx="14570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North Atlantic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2AC5A2C-4AC2-63A6-2835-01C6D140DC55}"/>
              </a:ext>
            </a:extLst>
          </p:cNvPr>
          <p:cNvSpPr/>
          <p:nvPr/>
        </p:nvSpPr>
        <p:spPr>
          <a:xfrm>
            <a:off x="2222339" y="1018572"/>
            <a:ext cx="1666755" cy="2303362"/>
          </a:xfrm>
          <a:custGeom>
            <a:avLst/>
            <a:gdLst>
              <a:gd name="connsiteX0" fmla="*/ 1666755 w 1666755"/>
              <a:gd name="connsiteY0" fmla="*/ 2303362 h 2303362"/>
              <a:gd name="connsiteX1" fmla="*/ 1157469 w 1666755"/>
              <a:gd name="connsiteY1" fmla="*/ 1944547 h 2303362"/>
              <a:gd name="connsiteX2" fmla="*/ 787079 w 1666755"/>
              <a:gd name="connsiteY2" fmla="*/ 1388962 h 2303362"/>
              <a:gd name="connsiteX3" fmla="*/ 486137 w 1666755"/>
              <a:gd name="connsiteY3" fmla="*/ 1006998 h 2303362"/>
              <a:gd name="connsiteX4" fmla="*/ 335666 w 1666755"/>
              <a:gd name="connsiteY4" fmla="*/ 451413 h 2303362"/>
              <a:gd name="connsiteX5" fmla="*/ 0 w 1666755"/>
              <a:gd name="connsiteY5" fmla="*/ 0 h 2303362"/>
              <a:gd name="connsiteX6" fmla="*/ 0 w 1666755"/>
              <a:gd name="connsiteY6" fmla="*/ 0 h 230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6755" h="2303362">
                <a:moveTo>
                  <a:pt x="1666755" y="2303362"/>
                </a:moveTo>
                <a:cubicBezTo>
                  <a:pt x="1485418" y="2200154"/>
                  <a:pt x="1304082" y="2096947"/>
                  <a:pt x="1157469" y="1944547"/>
                </a:cubicBezTo>
                <a:cubicBezTo>
                  <a:pt x="1010856" y="1792147"/>
                  <a:pt x="898968" y="1545220"/>
                  <a:pt x="787079" y="1388962"/>
                </a:cubicBezTo>
                <a:cubicBezTo>
                  <a:pt x="675190" y="1232704"/>
                  <a:pt x="561372" y="1163256"/>
                  <a:pt x="486137" y="1006998"/>
                </a:cubicBezTo>
                <a:cubicBezTo>
                  <a:pt x="410902" y="850740"/>
                  <a:pt x="416689" y="619246"/>
                  <a:pt x="335666" y="451413"/>
                </a:cubicBezTo>
                <a:cubicBezTo>
                  <a:pt x="254643" y="283580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139700">
            <a:solidFill>
              <a:schemeClr val="bg1">
                <a:alpha val="76760"/>
              </a:schemeClr>
            </a:solidFill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6ED8C-7469-99A7-6B36-94DFD2A0742E}"/>
              </a:ext>
            </a:extLst>
          </p:cNvPr>
          <p:cNvSpPr txBox="1"/>
          <p:nvPr/>
        </p:nvSpPr>
        <p:spPr>
          <a:xfrm>
            <a:off x="1903367" y="2308636"/>
            <a:ext cx="1457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    West </a:t>
            </a:r>
            <a:br>
              <a:rPr lang="en-US" sz="1600" i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Greenland</a:t>
            </a:r>
            <a:br>
              <a:rPr lang="en-US" sz="1600" i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600" i="1" dirty="0">
                <a:solidFill>
                  <a:schemeClr val="bg1">
                    <a:lumMod val="95000"/>
                  </a:schemeClr>
                </a:solidFill>
              </a:rPr>
              <a:t>         Current</a:t>
            </a:r>
          </a:p>
        </p:txBody>
      </p:sp>
    </p:spTree>
    <p:extLst>
      <p:ext uri="{BB962C8B-B14F-4D97-AF65-F5344CB8AC3E}">
        <p14:creationId xmlns:p14="http://schemas.microsoft.com/office/powerpoint/2010/main" val="322676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45CA2C0-DAD1-4C5F-5B82-D1CD4A39B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31" y="651352"/>
            <a:ext cx="11703874" cy="5874707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29A4902C-B855-AD8C-DC41-D9804E3C8C3D}"/>
              </a:ext>
            </a:extLst>
          </p:cNvPr>
          <p:cNvSpPr/>
          <p:nvPr/>
        </p:nvSpPr>
        <p:spPr>
          <a:xfrm>
            <a:off x="2885709" y="1577514"/>
            <a:ext cx="1051098" cy="1691779"/>
          </a:xfrm>
          <a:custGeom>
            <a:avLst/>
            <a:gdLst>
              <a:gd name="connsiteX0" fmla="*/ 1575559 w 1575559"/>
              <a:gd name="connsiteY0" fmla="*/ 0 h 3446956"/>
              <a:gd name="connsiteX1" fmla="*/ 1163577 w 1575559"/>
              <a:gd name="connsiteY1" fmla="*/ 1396721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1575559 w 1575559"/>
              <a:gd name="connsiteY0" fmla="*/ 0 h 3446956"/>
              <a:gd name="connsiteX1" fmla="*/ 1233916 w 1575559"/>
              <a:gd name="connsiteY1" fmla="*/ 1416818 h 3446956"/>
              <a:gd name="connsiteX2" fmla="*/ 831981 w 1575559"/>
              <a:gd name="connsiteY2" fmla="*/ 2471895 h 3446956"/>
              <a:gd name="connsiteX3" fmla="*/ 711401 w 1575559"/>
              <a:gd name="connsiteY3" fmla="*/ 3014506 h 3446956"/>
              <a:gd name="connsiteX4" fmla="*/ 450144 w 1575559"/>
              <a:gd name="connsiteY4" fmla="*/ 3295860 h 3446956"/>
              <a:gd name="connsiteX5" fmla="*/ 28113 w 1575559"/>
              <a:gd name="connsiteY5" fmla="*/ 3436536 h 3446956"/>
              <a:gd name="connsiteX6" fmla="*/ 38162 w 1575559"/>
              <a:gd name="connsiteY6" fmla="*/ 3436536 h 3446956"/>
              <a:gd name="connsiteX0" fmla="*/ 3938954 w 3938954"/>
              <a:gd name="connsiteY0" fmla="*/ 0 h 3436861"/>
              <a:gd name="connsiteX1" fmla="*/ 3597311 w 3938954"/>
              <a:gd name="connsiteY1" fmla="*/ 1416818 h 3436861"/>
              <a:gd name="connsiteX2" fmla="*/ 3195376 w 3938954"/>
              <a:gd name="connsiteY2" fmla="*/ 2471895 h 3436861"/>
              <a:gd name="connsiteX3" fmla="*/ 3074796 w 3938954"/>
              <a:gd name="connsiteY3" fmla="*/ 3014506 h 3436861"/>
              <a:gd name="connsiteX4" fmla="*/ 2813539 w 3938954"/>
              <a:gd name="connsiteY4" fmla="*/ 3295860 h 3436861"/>
              <a:gd name="connsiteX5" fmla="*/ 2391508 w 3938954"/>
              <a:gd name="connsiteY5" fmla="*/ 3436536 h 3436861"/>
              <a:gd name="connsiteX6" fmla="*/ 0 w 3938954"/>
              <a:gd name="connsiteY6" fmla="*/ 2210637 h 3436861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813539 w 3938954"/>
              <a:gd name="connsiteY4" fmla="*/ 329586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426816"/>
              <a:gd name="connsiteX1" fmla="*/ 3597311 w 3938954"/>
              <a:gd name="connsiteY1" fmla="*/ 1416818 h 3426816"/>
              <a:gd name="connsiteX2" fmla="*/ 3195376 w 3938954"/>
              <a:gd name="connsiteY2" fmla="*/ 2471895 h 3426816"/>
              <a:gd name="connsiteX3" fmla="*/ 3074796 w 3938954"/>
              <a:gd name="connsiteY3" fmla="*/ 3014506 h 3426816"/>
              <a:gd name="connsiteX4" fmla="*/ 2672862 w 3938954"/>
              <a:gd name="connsiteY4" fmla="*/ 3356150 h 3426816"/>
              <a:gd name="connsiteX5" fmla="*/ 2220686 w 3938954"/>
              <a:gd name="connsiteY5" fmla="*/ 3426488 h 3426816"/>
              <a:gd name="connsiteX6" fmla="*/ 0 w 3938954"/>
              <a:gd name="connsiteY6" fmla="*/ 2210637 h 342681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71346"/>
              <a:gd name="connsiteX1" fmla="*/ 3597311 w 3938954"/>
              <a:gd name="connsiteY1" fmla="*/ 1416818 h 3371346"/>
              <a:gd name="connsiteX2" fmla="*/ 3195376 w 3938954"/>
              <a:gd name="connsiteY2" fmla="*/ 2471895 h 3371346"/>
              <a:gd name="connsiteX3" fmla="*/ 3074796 w 3938954"/>
              <a:gd name="connsiteY3" fmla="*/ 3014506 h 3371346"/>
              <a:gd name="connsiteX4" fmla="*/ 2672862 w 3938954"/>
              <a:gd name="connsiteY4" fmla="*/ 3356150 h 3371346"/>
              <a:gd name="connsiteX5" fmla="*/ 1979525 w 3938954"/>
              <a:gd name="connsiteY5" fmla="*/ 3315956 h 3371346"/>
              <a:gd name="connsiteX6" fmla="*/ 0 w 3938954"/>
              <a:gd name="connsiteY6" fmla="*/ 2210637 h 3371346"/>
              <a:gd name="connsiteX0" fmla="*/ 3938954 w 3938954"/>
              <a:gd name="connsiteY0" fmla="*/ 0 h 3368019"/>
              <a:gd name="connsiteX1" fmla="*/ 3597311 w 3938954"/>
              <a:gd name="connsiteY1" fmla="*/ 1416818 h 3368019"/>
              <a:gd name="connsiteX2" fmla="*/ 3195376 w 3938954"/>
              <a:gd name="connsiteY2" fmla="*/ 2471895 h 3368019"/>
              <a:gd name="connsiteX3" fmla="*/ 3074796 w 3938954"/>
              <a:gd name="connsiteY3" fmla="*/ 3014506 h 3368019"/>
              <a:gd name="connsiteX4" fmla="*/ 2672862 w 3938954"/>
              <a:gd name="connsiteY4" fmla="*/ 3356150 h 3368019"/>
              <a:gd name="connsiteX5" fmla="*/ 1788606 w 3938954"/>
              <a:gd name="connsiteY5" fmla="*/ 3295859 h 3368019"/>
              <a:gd name="connsiteX6" fmla="*/ 0 w 3938954"/>
              <a:gd name="connsiteY6" fmla="*/ 2210637 h 3368019"/>
              <a:gd name="connsiteX0" fmla="*/ 3938954 w 3938954"/>
              <a:gd name="connsiteY0" fmla="*/ 0 h 3555464"/>
              <a:gd name="connsiteX1" fmla="*/ 3597311 w 3938954"/>
              <a:gd name="connsiteY1" fmla="*/ 1416818 h 3555464"/>
              <a:gd name="connsiteX2" fmla="*/ 3195376 w 3938954"/>
              <a:gd name="connsiteY2" fmla="*/ 2471895 h 3555464"/>
              <a:gd name="connsiteX3" fmla="*/ 3074796 w 3938954"/>
              <a:gd name="connsiteY3" fmla="*/ 3014506 h 3555464"/>
              <a:gd name="connsiteX4" fmla="*/ 2672862 w 3938954"/>
              <a:gd name="connsiteY4" fmla="*/ 3356150 h 3555464"/>
              <a:gd name="connsiteX5" fmla="*/ 1788606 w 3938954"/>
              <a:gd name="connsiteY5" fmla="*/ 3295859 h 3555464"/>
              <a:gd name="connsiteX6" fmla="*/ 0 w 3938954"/>
              <a:gd name="connsiteY6" fmla="*/ 2210637 h 3555464"/>
              <a:gd name="connsiteX0" fmla="*/ 3938954 w 3938954"/>
              <a:gd name="connsiteY0" fmla="*/ 0 h 3451075"/>
              <a:gd name="connsiteX1" fmla="*/ 3597311 w 3938954"/>
              <a:gd name="connsiteY1" fmla="*/ 1416818 h 3451075"/>
              <a:gd name="connsiteX2" fmla="*/ 3195376 w 3938954"/>
              <a:gd name="connsiteY2" fmla="*/ 2471895 h 3451075"/>
              <a:gd name="connsiteX3" fmla="*/ 3074796 w 3938954"/>
              <a:gd name="connsiteY3" fmla="*/ 3014506 h 3451075"/>
              <a:gd name="connsiteX4" fmla="*/ 2672862 w 3938954"/>
              <a:gd name="connsiteY4" fmla="*/ 3356150 h 3451075"/>
              <a:gd name="connsiteX5" fmla="*/ 1788606 w 3938954"/>
              <a:gd name="connsiteY5" fmla="*/ 3295859 h 3451075"/>
              <a:gd name="connsiteX6" fmla="*/ 0 w 3938954"/>
              <a:gd name="connsiteY6" fmla="*/ 2210637 h 345107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074796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195376 w 3938954"/>
              <a:gd name="connsiteY2" fmla="*/ 2471895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55065"/>
              <a:gd name="connsiteX1" fmla="*/ 3597311 w 3938954"/>
              <a:gd name="connsiteY1" fmla="*/ 1416818 h 3455065"/>
              <a:gd name="connsiteX2" fmla="*/ 3285811 w 3938954"/>
              <a:gd name="connsiteY2" fmla="*/ 2190542 h 3455065"/>
              <a:gd name="connsiteX3" fmla="*/ 3145134 w 3938954"/>
              <a:gd name="connsiteY3" fmla="*/ 3014506 h 3455065"/>
              <a:gd name="connsiteX4" fmla="*/ 2602523 w 3938954"/>
              <a:gd name="connsiteY4" fmla="*/ 3366198 h 3455065"/>
              <a:gd name="connsiteX5" fmla="*/ 1788606 w 3938954"/>
              <a:gd name="connsiteY5" fmla="*/ 3295859 h 3455065"/>
              <a:gd name="connsiteX6" fmla="*/ 0 w 3938954"/>
              <a:gd name="connsiteY6" fmla="*/ 2210637 h 3455065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938954 w 3938954"/>
              <a:gd name="connsiteY0" fmla="*/ 0 h 3426634"/>
              <a:gd name="connsiteX1" fmla="*/ 3597311 w 3938954"/>
              <a:gd name="connsiteY1" fmla="*/ 1416818 h 3426634"/>
              <a:gd name="connsiteX2" fmla="*/ 3285811 w 3938954"/>
              <a:gd name="connsiteY2" fmla="*/ 2190542 h 3426634"/>
              <a:gd name="connsiteX3" fmla="*/ 3145134 w 3938954"/>
              <a:gd name="connsiteY3" fmla="*/ 3014506 h 3426634"/>
              <a:gd name="connsiteX4" fmla="*/ 2602523 w 3938954"/>
              <a:gd name="connsiteY4" fmla="*/ 3366198 h 3426634"/>
              <a:gd name="connsiteX5" fmla="*/ 1788606 w 3938954"/>
              <a:gd name="connsiteY5" fmla="*/ 3295859 h 3426634"/>
              <a:gd name="connsiteX6" fmla="*/ 0 w 3938954"/>
              <a:gd name="connsiteY6" fmla="*/ 2210637 h 3426634"/>
              <a:gd name="connsiteX0" fmla="*/ 3436537 w 3436537"/>
              <a:gd name="connsiteY0" fmla="*/ 0 h 3426634"/>
              <a:gd name="connsiteX1" fmla="*/ 3094894 w 3436537"/>
              <a:gd name="connsiteY1" fmla="*/ 1416818 h 3426634"/>
              <a:gd name="connsiteX2" fmla="*/ 2783394 w 3436537"/>
              <a:gd name="connsiteY2" fmla="*/ 2190542 h 3426634"/>
              <a:gd name="connsiteX3" fmla="*/ 2642717 w 3436537"/>
              <a:gd name="connsiteY3" fmla="*/ 3014506 h 3426634"/>
              <a:gd name="connsiteX4" fmla="*/ 2100106 w 3436537"/>
              <a:gd name="connsiteY4" fmla="*/ 3366198 h 3426634"/>
              <a:gd name="connsiteX5" fmla="*/ 1286189 w 3436537"/>
              <a:gd name="connsiteY5" fmla="*/ 3295859 h 3426634"/>
              <a:gd name="connsiteX6" fmla="*/ 0 w 3436537"/>
              <a:gd name="connsiteY6" fmla="*/ 2471894 h 3426634"/>
              <a:gd name="connsiteX0" fmla="*/ 3537020 w 3537020"/>
              <a:gd name="connsiteY0" fmla="*/ 0 h 3627601"/>
              <a:gd name="connsiteX1" fmla="*/ 3094894 w 3537020"/>
              <a:gd name="connsiteY1" fmla="*/ 1617785 h 3627601"/>
              <a:gd name="connsiteX2" fmla="*/ 2783394 w 3537020"/>
              <a:gd name="connsiteY2" fmla="*/ 2391509 h 3627601"/>
              <a:gd name="connsiteX3" fmla="*/ 2642717 w 3537020"/>
              <a:gd name="connsiteY3" fmla="*/ 3215473 h 3627601"/>
              <a:gd name="connsiteX4" fmla="*/ 2100106 w 3537020"/>
              <a:gd name="connsiteY4" fmla="*/ 3567165 h 3627601"/>
              <a:gd name="connsiteX5" fmla="*/ 1286189 w 3537020"/>
              <a:gd name="connsiteY5" fmla="*/ 3496826 h 3627601"/>
              <a:gd name="connsiteX6" fmla="*/ 0 w 3537020"/>
              <a:gd name="connsiteY6" fmla="*/ 2672861 h 3627601"/>
              <a:gd name="connsiteX0" fmla="*/ 3526971 w 3526971"/>
              <a:gd name="connsiteY0" fmla="*/ 0 h 3587407"/>
              <a:gd name="connsiteX1" fmla="*/ 3094894 w 3526971"/>
              <a:gd name="connsiteY1" fmla="*/ 1577591 h 3587407"/>
              <a:gd name="connsiteX2" fmla="*/ 2783394 w 3526971"/>
              <a:gd name="connsiteY2" fmla="*/ 2351315 h 3587407"/>
              <a:gd name="connsiteX3" fmla="*/ 2642717 w 3526971"/>
              <a:gd name="connsiteY3" fmla="*/ 3175279 h 3587407"/>
              <a:gd name="connsiteX4" fmla="*/ 2100106 w 3526971"/>
              <a:gd name="connsiteY4" fmla="*/ 3526971 h 3587407"/>
              <a:gd name="connsiteX5" fmla="*/ 1286189 w 3526971"/>
              <a:gd name="connsiteY5" fmla="*/ 3456632 h 3587407"/>
              <a:gd name="connsiteX6" fmla="*/ 0 w 3526971"/>
              <a:gd name="connsiteY6" fmla="*/ 2632667 h 3587407"/>
              <a:gd name="connsiteX0" fmla="*/ 3526971 w 3526971"/>
              <a:gd name="connsiteY0" fmla="*/ 0 h 3537166"/>
              <a:gd name="connsiteX1" fmla="*/ 3094894 w 3526971"/>
              <a:gd name="connsiteY1" fmla="*/ 1527350 h 3537166"/>
              <a:gd name="connsiteX2" fmla="*/ 2783394 w 3526971"/>
              <a:gd name="connsiteY2" fmla="*/ 2301074 h 3537166"/>
              <a:gd name="connsiteX3" fmla="*/ 2642717 w 3526971"/>
              <a:gd name="connsiteY3" fmla="*/ 3125038 h 3537166"/>
              <a:gd name="connsiteX4" fmla="*/ 2100106 w 3526971"/>
              <a:gd name="connsiteY4" fmla="*/ 3476730 h 3537166"/>
              <a:gd name="connsiteX5" fmla="*/ 1286189 w 3526971"/>
              <a:gd name="connsiteY5" fmla="*/ 3406391 h 3537166"/>
              <a:gd name="connsiteX6" fmla="*/ 0 w 3526971"/>
              <a:gd name="connsiteY6" fmla="*/ 2582426 h 3537166"/>
              <a:gd name="connsiteX0" fmla="*/ 3547068 w 3547068"/>
              <a:gd name="connsiteY0" fmla="*/ 0 h 3657746"/>
              <a:gd name="connsiteX1" fmla="*/ 3094894 w 3547068"/>
              <a:gd name="connsiteY1" fmla="*/ 1647930 h 3657746"/>
              <a:gd name="connsiteX2" fmla="*/ 2783394 w 3547068"/>
              <a:gd name="connsiteY2" fmla="*/ 2421654 h 3657746"/>
              <a:gd name="connsiteX3" fmla="*/ 2642717 w 3547068"/>
              <a:gd name="connsiteY3" fmla="*/ 3245618 h 3657746"/>
              <a:gd name="connsiteX4" fmla="*/ 2100106 w 3547068"/>
              <a:gd name="connsiteY4" fmla="*/ 3597310 h 3657746"/>
              <a:gd name="connsiteX5" fmla="*/ 1286189 w 3547068"/>
              <a:gd name="connsiteY5" fmla="*/ 3526971 h 3657746"/>
              <a:gd name="connsiteX6" fmla="*/ 0 w 3547068"/>
              <a:gd name="connsiteY6" fmla="*/ 2703006 h 3657746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61682"/>
              <a:gd name="connsiteX1" fmla="*/ 3094894 w 3547068"/>
              <a:gd name="connsiteY1" fmla="*/ 1647930 h 3661682"/>
              <a:gd name="connsiteX2" fmla="*/ 2783394 w 3547068"/>
              <a:gd name="connsiteY2" fmla="*/ 2421654 h 3661682"/>
              <a:gd name="connsiteX3" fmla="*/ 2642717 w 3547068"/>
              <a:gd name="connsiteY3" fmla="*/ 3245618 h 3661682"/>
              <a:gd name="connsiteX4" fmla="*/ 2100106 w 3547068"/>
              <a:gd name="connsiteY4" fmla="*/ 3597310 h 3661682"/>
              <a:gd name="connsiteX5" fmla="*/ 1286189 w 3547068"/>
              <a:gd name="connsiteY5" fmla="*/ 3526971 h 3661682"/>
              <a:gd name="connsiteX6" fmla="*/ 0 w 3547068"/>
              <a:gd name="connsiteY6" fmla="*/ 2703006 h 3661682"/>
              <a:gd name="connsiteX0" fmla="*/ 3547068 w 3547068"/>
              <a:gd name="connsiteY0" fmla="*/ 0 h 3686177"/>
              <a:gd name="connsiteX1" fmla="*/ 3094894 w 3547068"/>
              <a:gd name="connsiteY1" fmla="*/ 1647930 h 3686177"/>
              <a:gd name="connsiteX2" fmla="*/ 2783394 w 3547068"/>
              <a:gd name="connsiteY2" fmla="*/ 2421654 h 3686177"/>
              <a:gd name="connsiteX3" fmla="*/ 2642717 w 3547068"/>
              <a:gd name="connsiteY3" fmla="*/ 3245618 h 3686177"/>
              <a:gd name="connsiteX4" fmla="*/ 2100106 w 3547068"/>
              <a:gd name="connsiteY4" fmla="*/ 3597310 h 3686177"/>
              <a:gd name="connsiteX5" fmla="*/ 1286189 w 3547068"/>
              <a:gd name="connsiteY5" fmla="*/ 3526971 h 3686177"/>
              <a:gd name="connsiteX6" fmla="*/ 0 w 3547068"/>
              <a:gd name="connsiteY6" fmla="*/ 2703006 h 3686177"/>
              <a:gd name="connsiteX0" fmla="*/ 3547068 w 3547068"/>
              <a:gd name="connsiteY0" fmla="*/ 0 h 3680140"/>
              <a:gd name="connsiteX1" fmla="*/ 3094894 w 3547068"/>
              <a:gd name="connsiteY1" fmla="*/ 1647930 h 3680140"/>
              <a:gd name="connsiteX2" fmla="*/ 2783394 w 3547068"/>
              <a:gd name="connsiteY2" fmla="*/ 2421654 h 3680140"/>
              <a:gd name="connsiteX3" fmla="*/ 2642717 w 3547068"/>
              <a:gd name="connsiteY3" fmla="*/ 3245618 h 3680140"/>
              <a:gd name="connsiteX4" fmla="*/ 2120202 w 3547068"/>
              <a:gd name="connsiteY4" fmla="*/ 3657600 h 3680140"/>
              <a:gd name="connsiteX5" fmla="*/ 1286189 w 3547068"/>
              <a:gd name="connsiteY5" fmla="*/ 3526971 h 3680140"/>
              <a:gd name="connsiteX6" fmla="*/ 0 w 3547068"/>
              <a:gd name="connsiteY6" fmla="*/ 2703006 h 3680140"/>
              <a:gd name="connsiteX0" fmla="*/ 2763297 w 2763297"/>
              <a:gd name="connsiteY0" fmla="*/ 0 h 3669340"/>
              <a:gd name="connsiteX1" fmla="*/ 2311123 w 2763297"/>
              <a:gd name="connsiteY1" fmla="*/ 1647930 h 3669340"/>
              <a:gd name="connsiteX2" fmla="*/ 1999623 w 2763297"/>
              <a:gd name="connsiteY2" fmla="*/ 2421654 h 3669340"/>
              <a:gd name="connsiteX3" fmla="*/ 1858946 w 2763297"/>
              <a:gd name="connsiteY3" fmla="*/ 3245618 h 3669340"/>
              <a:gd name="connsiteX4" fmla="*/ 1336431 w 2763297"/>
              <a:gd name="connsiteY4" fmla="*/ 3657600 h 3669340"/>
              <a:gd name="connsiteX5" fmla="*/ 502418 w 2763297"/>
              <a:gd name="connsiteY5" fmla="*/ 3526971 h 3669340"/>
              <a:gd name="connsiteX6" fmla="*/ 0 w 2763297"/>
              <a:gd name="connsiteY6" fmla="*/ 3215472 h 3669340"/>
              <a:gd name="connsiteX0" fmla="*/ 2763297 w 2763297"/>
              <a:gd name="connsiteY0" fmla="*/ 0 h 3684442"/>
              <a:gd name="connsiteX1" fmla="*/ 2311123 w 2763297"/>
              <a:gd name="connsiteY1" fmla="*/ 1647930 h 3684442"/>
              <a:gd name="connsiteX2" fmla="*/ 1999623 w 2763297"/>
              <a:gd name="connsiteY2" fmla="*/ 2421654 h 3684442"/>
              <a:gd name="connsiteX3" fmla="*/ 1858946 w 2763297"/>
              <a:gd name="connsiteY3" fmla="*/ 3245618 h 3684442"/>
              <a:gd name="connsiteX4" fmla="*/ 1336431 w 2763297"/>
              <a:gd name="connsiteY4" fmla="*/ 3657600 h 3684442"/>
              <a:gd name="connsiteX5" fmla="*/ 904352 w 2763297"/>
              <a:gd name="connsiteY5" fmla="*/ 3597309 h 3684442"/>
              <a:gd name="connsiteX6" fmla="*/ 0 w 2763297"/>
              <a:gd name="connsiteY6" fmla="*/ 3215472 h 3684442"/>
              <a:gd name="connsiteX0" fmla="*/ 2763297 w 2763297"/>
              <a:gd name="connsiteY0" fmla="*/ 0 h 3612250"/>
              <a:gd name="connsiteX1" fmla="*/ 2311123 w 2763297"/>
              <a:gd name="connsiteY1" fmla="*/ 1647930 h 3612250"/>
              <a:gd name="connsiteX2" fmla="*/ 1999623 w 2763297"/>
              <a:gd name="connsiteY2" fmla="*/ 2421654 h 3612250"/>
              <a:gd name="connsiteX3" fmla="*/ 1858946 w 2763297"/>
              <a:gd name="connsiteY3" fmla="*/ 3245618 h 3612250"/>
              <a:gd name="connsiteX4" fmla="*/ 1617785 w 2763297"/>
              <a:gd name="connsiteY4" fmla="*/ 3506874 h 3612250"/>
              <a:gd name="connsiteX5" fmla="*/ 904352 w 2763297"/>
              <a:gd name="connsiteY5" fmla="*/ 3597309 h 3612250"/>
              <a:gd name="connsiteX6" fmla="*/ 0 w 2763297"/>
              <a:gd name="connsiteY6" fmla="*/ 3215472 h 3612250"/>
              <a:gd name="connsiteX0" fmla="*/ 2763297 w 2763297"/>
              <a:gd name="connsiteY0" fmla="*/ 0 h 3624178"/>
              <a:gd name="connsiteX1" fmla="*/ 2311123 w 2763297"/>
              <a:gd name="connsiteY1" fmla="*/ 1647930 h 3624178"/>
              <a:gd name="connsiteX2" fmla="*/ 1999623 w 2763297"/>
              <a:gd name="connsiteY2" fmla="*/ 2421654 h 3624178"/>
              <a:gd name="connsiteX3" fmla="*/ 1858946 w 2763297"/>
              <a:gd name="connsiteY3" fmla="*/ 3245618 h 3624178"/>
              <a:gd name="connsiteX4" fmla="*/ 1617785 w 2763297"/>
              <a:gd name="connsiteY4" fmla="*/ 3506874 h 3624178"/>
              <a:gd name="connsiteX5" fmla="*/ 904352 w 2763297"/>
              <a:gd name="connsiteY5" fmla="*/ 3597309 h 3624178"/>
              <a:gd name="connsiteX6" fmla="*/ 0 w 2763297"/>
              <a:gd name="connsiteY6" fmla="*/ 3215472 h 3624178"/>
              <a:gd name="connsiteX0" fmla="*/ 2763297 w 2763297"/>
              <a:gd name="connsiteY0" fmla="*/ 0 h 3639848"/>
              <a:gd name="connsiteX1" fmla="*/ 2311123 w 2763297"/>
              <a:gd name="connsiteY1" fmla="*/ 1647930 h 3639848"/>
              <a:gd name="connsiteX2" fmla="*/ 1999623 w 2763297"/>
              <a:gd name="connsiteY2" fmla="*/ 2421654 h 3639848"/>
              <a:gd name="connsiteX3" fmla="*/ 1858946 w 2763297"/>
              <a:gd name="connsiteY3" fmla="*/ 3245618 h 3639848"/>
              <a:gd name="connsiteX4" fmla="*/ 1617785 w 2763297"/>
              <a:gd name="connsiteY4" fmla="*/ 3506874 h 3639848"/>
              <a:gd name="connsiteX5" fmla="*/ 1075174 w 2763297"/>
              <a:gd name="connsiteY5" fmla="*/ 3627454 h 3639848"/>
              <a:gd name="connsiteX6" fmla="*/ 0 w 2763297"/>
              <a:gd name="connsiteY6" fmla="*/ 3215472 h 3639848"/>
              <a:gd name="connsiteX0" fmla="*/ 2331218 w 2331218"/>
              <a:gd name="connsiteY0" fmla="*/ 0 h 3627587"/>
              <a:gd name="connsiteX1" fmla="*/ 1879044 w 2331218"/>
              <a:gd name="connsiteY1" fmla="*/ 1647930 h 3627587"/>
              <a:gd name="connsiteX2" fmla="*/ 1567544 w 2331218"/>
              <a:gd name="connsiteY2" fmla="*/ 2421654 h 3627587"/>
              <a:gd name="connsiteX3" fmla="*/ 1426867 w 2331218"/>
              <a:gd name="connsiteY3" fmla="*/ 3245618 h 3627587"/>
              <a:gd name="connsiteX4" fmla="*/ 1185706 w 2331218"/>
              <a:gd name="connsiteY4" fmla="*/ 3506874 h 3627587"/>
              <a:gd name="connsiteX5" fmla="*/ 643095 w 2331218"/>
              <a:gd name="connsiteY5" fmla="*/ 3627454 h 3627587"/>
              <a:gd name="connsiteX6" fmla="*/ 0 w 2331218"/>
              <a:gd name="connsiteY6" fmla="*/ 3486778 h 3627587"/>
              <a:gd name="connsiteX0" fmla="*/ 2331218 w 2331218"/>
              <a:gd name="connsiteY0" fmla="*/ 0 h 3627865"/>
              <a:gd name="connsiteX1" fmla="*/ 1879044 w 2331218"/>
              <a:gd name="connsiteY1" fmla="*/ 1647930 h 3627865"/>
              <a:gd name="connsiteX2" fmla="*/ 1567544 w 2331218"/>
              <a:gd name="connsiteY2" fmla="*/ 2421654 h 3627865"/>
              <a:gd name="connsiteX3" fmla="*/ 1467060 w 2331218"/>
              <a:gd name="connsiteY3" fmla="*/ 2974312 h 3627865"/>
              <a:gd name="connsiteX4" fmla="*/ 1185706 w 2331218"/>
              <a:gd name="connsiteY4" fmla="*/ 3506874 h 3627865"/>
              <a:gd name="connsiteX5" fmla="*/ 643095 w 2331218"/>
              <a:gd name="connsiteY5" fmla="*/ 3627454 h 3627865"/>
              <a:gd name="connsiteX6" fmla="*/ 0 w 2331218"/>
              <a:gd name="connsiteY6" fmla="*/ 3486778 h 3627865"/>
              <a:gd name="connsiteX0" fmla="*/ 2331218 w 2331218"/>
              <a:gd name="connsiteY0" fmla="*/ 0 h 3627865"/>
              <a:gd name="connsiteX1" fmla="*/ 1879044 w 2331218"/>
              <a:gd name="connsiteY1" fmla="*/ 1647930 h 3627865"/>
              <a:gd name="connsiteX2" fmla="*/ 1567544 w 2331218"/>
              <a:gd name="connsiteY2" fmla="*/ 2421654 h 3627865"/>
              <a:gd name="connsiteX3" fmla="*/ 1467060 w 2331218"/>
              <a:gd name="connsiteY3" fmla="*/ 2974312 h 3627865"/>
              <a:gd name="connsiteX4" fmla="*/ 1185706 w 2331218"/>
              <a:gd name="connsiteY4" fmla="*/ 3506874 h 3627865"/>
              <a:gd name="connsiteX5" fmla="*/ 643095 w 2331218"/>
              <a:gd name="connsiteY5" fmla="*/ 3627454 h 3627865"/>
              <a:gd name="connsiteX6" fmla="*/ 0 w 2331218"/>
              <a:gd name="connsiteY6" fmla="*/ 3486778 h 3627865"/>
              <a:gd name="connsiteX0" fmla="*/ 2331218 w 2331218"/>
              <a:gd name="connsiteY0" fmla="*/ 0 h 3650822"/>
              <a:gd name="connsiteX1" fmla="*/ 1879044 w 2331218"/>
              <a:gd name="connsiteY1" fmla="*/ 1647930 h 3650822"/>
              <a:gd name="connsiteX2" fmla="*/ 1567544 w 2331218"/>
              <a:gd name="connsiteY2" fmla="*/ 2421654 h 3650822"/>
              <a:gd name="connsiteX3" fmla="*/ 1467060 w 2331218"/>
              <a:gd name="connsiteY3" fmla="*/ 2974312 h 3650822"/>
              <a:gd name="connsiteX4" fmla="*/ 1185706 w 2331218"/>
              <a:gd name="connsiteY4" fmla="*/ 3506874 h 3650822"/>
              <a:gd name="connsiteX5" fmla="*/ 839864 w 2331218"/>
              <a:gd name="connsiteY5" fmla="*/ 3650603 h 3650822"/>
              <a:gd name="connsiteX6" fmla="*/ 0 w 2331218"/>
              <a:gd name="connsiteY6" fmla="*/ 3486778 h 3650822"/>
              <a:gd name="connsiteX0" fmla="*/ 2030277 w 2030277"/>
              <a:gd name="connsiteY0" fmla="*/ 0 h 3651801"/>
              <a:gd name="connsiteX1" fmla="*/ 1578103 w 2030277"/>
              <a:gd name="connsiteY1" fmla="*/ 1647930 h 3651801"/>
              <a:gd name="connsiteX2" fmla="*/ 1266603 w 2030277"/>
              <a:gd name="connsiteY2" fmla="*/ 2421654 h 3651801"/>
              <a:gd name="connsiteX3" fmla="*/ 1166119 w 2030277"/>
              <a:gd name="connsiteY3" fmla="*/ 2974312 h 3651801"/>
              <a:gd name="connsiteX4" fmla="*/ 884765 w 2030277"/>
              <a:gd name="connsiteY4" fmla="*/ 3506874 h 3651801"/>
              <a:gd name="connsiteX5" fmla="*/ 538923 w 2030277"/>
              <a:gd name="connsiteY5" fmla="*/ 3650603 h 3651801"/>
              <a:gd name="connsiteX6" fmla="*/ 0 w 2030277"/>
              <a:gd name="connsiteY6" fmla="*/ 3579375 h 365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30277" h="3651801">
                <a:moveTo>
                  <a:pt x="2030277" y="0"/>
                </a:moveTo>
                <a:cubicBezTo>
                  <a:pt x="1886251" y="492369"/>
                  <a:pt x="1705382" y="1244321"/>
                  <a:pt x="1578103" y="1647930"/>
                </a:cubicBezTo>
                <a:cubicBezTo>
                  <a:pt x="1450824" y="2051539"/>
                  <a:pt x="1335267" y="2200590"/>
                  <a:pt x="1266603" y="2421654"/>
                </a:cubicBezTo>
                <a:cubicBezTo>
                  <a:pt x="1197939" y="2642718"/>
                  <a:pt x="1209663" y="2723104"/>
                  <a:pt x="1166119" y="2974312"/>
                </a:cubicBezTo>
                <a:cubicBezTo>
                  <a:pt x="1122575" y="3225520"/>
                  <a:pt x="989298" y="3394159"/>
                  <a:pt x="884765" y="3506874"/>
                </a:cubicBezTo>
                <a:cubicBezTo>
                  <a:pt x="780232" y="3619589"/>
                  <a:pt x="686384" y="3638520"/>
                  <a:pt x="538923" y="3650603"/>
                </a:cubicBezTo>
                <a:cubicBezTo>
                  <a:pt x="391462" y="3662687"/>
                  <a:pt x="0" y="3579375"/>
                  <a:pt x="0" y="3579375"/>
                </a:cubicBezTo>
              </a:path>
            </a:pathLst>
          </a:custGeom>
          <a:noFill/>
          <a:ln w="92075" cap="sq">
            <a:solidFill>
              <a:schemeClr val="bg1">
                <a:alpha val="72000"/>
              </a:schemeClr>
            </a:solidFill>
            <a:miter lim="800000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6B247EC-9AFD-9C9F-C029-57308AEF8C6A}"/>
              </a:ext>
            </a:extLst>
          </p:cNvPr>
          <p:cNvSpPr/>
          <p:nvPr/>
        </p:nvSpPr>
        <p:spPr>
          <a:xfrm>
            <a:off x="767817" y="1340190"/>
            <a:ext cx="1051098" cy="1361129"/>
          </a:xfrm>
          <a:custGeom>
            <a:avLst/>
            <a:gdLst>
              <a:gd name="connsiteX0" fmla="*/ 1666755 w 1666755"/>
              <a:gd name="connsiteY0" fmla="*/ 2303362 h 2303362"/>
              <a:gd name="connsiteX1" fmla="*/ 1157469 w 1666755"/>
              <a:gd name="connsiteY1" fmla="*/ 1944547 h 2303362"/>
              <a:gd name="connsiteX2" fmla="*/ 787079 w 1666755"/>
              <a:gd name="connsiteY2" fmla="*/ 1388962 h 2303362"/>
              <a:gd name="connsiteX3" fmla="*/ 486137 w 1666755"/>
              <a:gd name="connsiteY3" fmla="*/ 1006998 h 2303362"/>
              <a:gd name="connsiteX4" fmla="*/ 335666 w 1666755"/>
              <a:gd name="connsiteY4" fmla="*/ 451413 h 2303362"/>
              <a:gd name="connsiteX5" fmla="*/ 0 w 1666755"/>
              <a:gd name="connsiteY5" fmla="*/ 0 h 2303362"/>
              <a:gd name="connsiteX6" fmla="*/ 0 w 1666755"/>
              <a:gd name="connsiteY6" fmla="*/ 0 h 230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6755" h="2303362">
                <a:moveTo>
                  <a:pt x="1666755" y="2303362"/>
                </a:moveTo>
                <a:cubicBezTo>
                  <a:pt x="1485418" y="2200154"/>
                  <a:pt x="1304082" y="2096947"/>
                  <a:pt x="1157469" y="1944547"/>
                </a:cubicBezTo>
                <a:cubicBezTo>
                  <a:pt x="1010856" y="1792147"/>
                  <a:pt x="898968" y="1545220"/>
                  <a:pt x="787079" y="1388962"/>
                </a:cubicBezTo>
                <a:cubicBezTo>
                  <a:pt x="675190" y="1232704"/>
                  <a:pt x="561372" y="1163256"/>
                  <a:pt x="486137" y="1006998"/>
                </a:cubicBezTo>
                <a:cubicBezTo>
                  <a:pt x="410902" y="850740"/>
                  <a:pt x="416689" y="619246"/>
                  <a:pt x="335666" y="451413"/>
                </a:cubicBezTo>
                <a:cubicBezTo>
                  <a:pt x="254643" y="283580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92075">
            <a:solidFill>
              <a:schemeClr val="bg1">
                <a:alpha val="74000"/>
              </a:schemeClr>
            </a:solidFill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B64C4-CBF4-A52B-DF40-51586CCF2B76}"/>
              </a:ext>
            </a:extLst>
          </p:cNvPr>
          <p:cNvSpPr txBox="1"/>
          <p:nvPr/>
        </p:nvSpPr>
        <p:spPr>
          <a:xfrm>
            <a:off x="3497423" y="2851919"/>
            <a:ext cx="87876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2F2F2"/>
                </a:solidFill>
              </a:rPr>
              <a:t>      East  </a:t>
            </a:r>
            <a:br>
              <a:rPr lang="en-US" sz="1050" dirty="0">
                <a:solidFill>
                  <a:srgbClr val="F2F2F2"/>
                </a:solidFill>
              </a:rPr>
            </a:br>
            <a:r>
              <a:rPr lang="en-US" sz="1050" dirty="0">
                <a:solidFill>
                  <a:srgbClr val="F2F2F2"/>
                </a:solidFill>
              </a:rPr>
              <a:t>   Greenland</a:t>
            </a:r>
            <a:br>
              <a:rPr lang="en-US" sz="1050" dirty="0">
                <a:solidFill>
                  <a:srgbClr val="F2F2F2"/>
                </a:solidFill>
              </a:rPr>
            </a:br>
            <a:r>
              <a:rPr lang="en-US" sz="1050" dirty="0">
                <a:solidFill>
                  <a:srgbClr val="F2F2F2"/>
                </a:solidFill>
              </a:rPr>
              <a:t>Current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4F586-7B99-DEF8-A87A-F28336AFE094}"/>
              </a:ext>
            </a:extLst>
          </p:cNvPr>
          <p:cNvSpPr txBox="1"/>
          <p:nvPr/>
        </p:nvSpPr>
        <p:spPr>
          <a:xfrm>
            <a:off x="767873" y="2478170"/>
            <a:ext cx="79701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2F2F2"/>
                </a:solidFill>
              </a:rPr>
              <a:t>West  </a:t>
            </a:r>
            <a:br>
              <a:rPr lang="en-US" sz="1050" dirty="0">
                <a:solidFill>
                  <a:srgbClr val="F2F2F2"/>
                </a:solidFill>
              </a:rPr>
            </a:br>
            <a:r>
              <a:rPr lang="en-US" sz="1050" dirty="0">
                <a:solidFill>
                  <a:srgbClr val="F2F2F2"/>
                </a:solidFill>
              </a:rPr>
              <a:t>Greenland</a:t>
            </a:r>
            <a:br>
              <a:rPr lang="en-US" sz="1050" dirty="0">
                <a:solidFill>
                  <a:srgbClr val="F2F2F2"/>
                </a:solidFill>
              </a:rPr>
            </a:br>
            <a:r>
              <a:rPr lang="en-US" sz="1050" dirty="0">
                <a:solidFill>
                  <a:srgbClr val="F2F2F2"/>
                </a:solidFill>
              </a:rPr>
              <a:t>Current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B432B-E022-A8AB-D465-F07C9AD58854}"/>
              </a:ext>
            </a:extLst>
          </p:cNvPr>
          <p:cNvSpPr txBox="1"/>
          <p:nvPr/>
        </p:nvSpPr>
        <p:spPr>
          <a:xfrm>
            <a:off x="3411258" y="4068496"/>
            <a:ext cx="9925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2F2F2"/>
                </a:solidFill>
              </a:rPr>
              <a:t>North Atlantic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E3ACC-5585-4BF4-C953-A9DD21CB657D}"/>
              </a:ext>
            </a:extLst>
          </p:cNvPr>
          <p:cNvSpPr txBox="1"/>
          <p:nvPr/>
        </p:nvSpPr>
        <p:spPr>
          <a:xfrm>
            <a:off x="387688" y="4066273"/>
            <a:ext cx="957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2F2F2"/>
                </a:solidFill>
              </a:rPr>
              <a:t>Labrador Sea</a:t>
            </a:r>
          </a:p>
        </p:txBody>
      </p:sp>
    </p:spTree>
    <p:extLst>
      <p:ext uri="{BB962C8B-B14F-4D97-AF65-F5344CB8AC3E}">
        <p14:creationId xmlns:p14="http://schemas.microsoft.com/office/powerpoint/2010/main" val="115890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9871BA-F0DC-BD57-3F9F-7E153DBEB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7" y="437137"/>
            <a:ext cx="11921066" cy="598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98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5129</TotalTime>
  <Words>30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  Luke</dc:creator>
  <cp:lastModifiedBy>Gregor  Luke</cp:lastModifiedBy>
  <cp:revision>12</cp:revision>
  <dcterms:created xsi:type="dcterms:W3CDTF">2025-03-03T09:31:28Z</dcterms:created>
  <dcterms:modified xsi:type="dcterms:W3CDTF">2026-10-19T08:14:03Z</dcterms:modified>
</cp:coreProperties>
</file>